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Q1_Sales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45000</c:v>
                </c:pt>
                <c:pt idx="1">
                  <c:v>52000</c:v>
                </c:pt>
                <c:pt idx="2">
                  <c:v>38000</c:v>
                </c:pt>
                <c:pt idx="3">
                  <c:v>61000</c:v>
                </c:pt>
                <c:pt idx="4">
                  <c:v>55000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Q1-Q2 Sales with Bar Chart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Q1-Q2 Sales with Bar Chart -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8288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