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Q1-Q2 Sales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2025-12-03 10:49:57</a:t>
            </a:r>
          </a:p>
          <a:p>
            <a:r>
              <a:t>Author: EDGAR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Q1_Sales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Q2_Sales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Growth</a:t>
                      </a:r>
                    </a:p>
                  </a:txBody>
                  <a:tcPr>
                    <a:solidFill>
                      <a:srgbClr val="36609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45000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48000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6.7%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3.8%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38000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40000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5.3%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61000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63000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3.3%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Central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57000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Calibri"/>
                        </a:defRPr>
                      </a:pPr>
                      <a:r>
                        <a:t>3.6%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