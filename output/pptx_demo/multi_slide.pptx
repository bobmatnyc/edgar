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Large Product Sales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2025-12-03 10:49:57</a:t>
            </a:r>
          </a:p>
          <a:p>
            <a:r>
              <a:t>Author: EDGAR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(1-10 of 50)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101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102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104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105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106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107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108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109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(11-20 of 50)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110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111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112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113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114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115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116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11700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117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118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11900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119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(21-30 of 50)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12100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121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12200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122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12300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123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12400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124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125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12600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126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12700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127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12800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128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12900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129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(31-40 of 50)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130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13100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131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13200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132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13300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133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13400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134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13500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135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13600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136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13700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137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13800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138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13900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139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(41-50 of 50)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140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14100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141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14200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142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14300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143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14400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144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14500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145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14600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146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14700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147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14800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148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Product 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14900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149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