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Q1_Sales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45000</c:v>
                </c:pt>
                <c:pt idx="1">
                  <c:v>52000</c:v>
                </c:pt>
                <c:pt idx="2">
                  <c:v>38000</c:v>
                </c:pt>
                <c:pt idx="3">
                  <c:v>61000</c:v>
                </c:pt>
                <c:pt idx="4">
                  <c:v>55000</c:v>
                </c:pt>
              </c:numCache>
            </c:numRef>
          </c:val>
        </c:ser>
      </c:pieChart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Q1-Q2 Sales with Pie Chart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2025-12-03 10:49:57</a:t>
            </a:r>
          </a:p>
          <a:p>
            <a:r>
              <a:t>Author: EDGAR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Q1_Sales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Q2_Sales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6.7%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Q1-Q2 Sales with Pie Chart -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